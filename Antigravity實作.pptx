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7" r:id="rId5"/>
    <p:sldId id="258" r:id="rId6"/>
    <p:sldId id="260" r:id="rId7"/>
    <p:sldId id="259" r:id="rId8"/>
    <p:sldId id="261" r:id="rId9"/>
    <p:sldId id="26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0F13A7-8DC3-9BD3-74D4-AB491A53E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56BF57-35E8-E51C-5E2D-0683A900F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BF7456-97E8-41E6-9C3E-F26FBFD2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EE72D-F98D-85CE-0744-72B98B04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F7F27A-C198-BCBC-08BB-24728966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07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075A9-F3EF-B590-31EE-921E990C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351E6C-C2D0-190C-7668-ED04C867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644F65-947D-9B6C-2EC8-02F2D6DD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5A5588-EEE2-4F46-1617-A11F4B67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4AAC27-F831-B888-12E3-66D8AAB2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57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09736-A917-1ACC-56DF-FFCBE50E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C4784E-990A-3E37-F61F-EF71DDC04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4E9E67-57AF-466E-5CE5-846C937E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F2C69C-805E-4C66-081E-9141A679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FDCC0D-18E5-1371-04B7-1CBB02EC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14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0A491-02B1-0A78-EEB1-4AFB8BEB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0112D7-BA4B-D89F-4325-473381AA0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99A57F-95FD-2CEB-F18E-8E51254BE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33997D-287E-1BF0-F9A2-79040964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A6BDE7-D534-6258-4BAD-931CFE52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79C2EA-B041-8CAB-97C9-672D49B3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76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717F9C-4475-AE95-B18D-AC09142F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1CEB6C-A4D0-5632-07F9-03533076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A44A06-541E-8909-B8A4-14D06BDB8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3ACBE8-503C-7254-877E-7679130FA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A78FC1-17A5-74B4-9E98-EBFA1CE3D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0621A00-4757-7D84-3F3D-C3B9587F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4D8469A-5A00-6AC0-D12E-22BFD6EB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F0AFB7-8025-DAD0-81B0-D285EEA6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18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3AD874-8C85-549A-94AE-D2046D22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06D2C7-E962-80FD-CC1E-B9805CC8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0DDCF8-770D-AAC9-8C3B-BA82A7EA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9DE599D-83E5-E0A7-F6DE-A2044137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704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FFA010F-2F11-295E-0B39-F31E2EAA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DA0CFF8-B403-5EEC-17B9-73693077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19513D-7BD7-CA99-906D-C671CEC9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22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2B370-FEBA-ED2F-2C8A-FEB452D0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5ADE29-D5A5-D7FC-866B-0839B91A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CDAADF-D066-5D35-468F-BDC66B9E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40BB9-D47A-ADB0-DD94-3D813FF6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ED698F-DB37-B97C-3FA9-3A1EA5E8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E2B52D-48EC-DAD4-7A7D-2CE093BB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17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A1F0A7-4CBD-E1AA-8FEA-AE4D5ABA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595AB06-332D-9BFD-1890-464F611E0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C61FD6-394C-02D0-D219-5E56B377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1EE544-05C8-7818-E991-1B8D05D3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EA7748-B644-1C06-4C84-59CDD9E7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5B94AA-95C9-9627-43BE-2BB23EE5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94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61F11-3B64-69FF-FEBC-A44993EF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52681B-CBDA-06AF-A496-2B47F3F2E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44E0E0-5C68-004E-3709-B31D9D1F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E4DB0D-48D5-FFE1-6BFB-AC68E25F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16F8C-5CF8-AC61-958A-706C7D4B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10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5B82435-9F3B-6548-5FC2-FD35CD956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CFDCE3-1D95-2983-308F-8B9649862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5AB2A-36EF-91AB-58E0-EE7C667B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BDF6F7-C6A5-1E84-3AB4-1762F332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87E38A-F548-FC69-E572-6C1311F8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55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46AFD5-CAD3-487D-135C-10E3B9B1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5F2BE0-DE5B-DB2A-0B63-2CEB123F4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75304F-0CE9-7133-932A-782032563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2A6D5-55CE-42B4-9434-4E072C1FD11C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747831-DAC7-8FBD-9FC9-BC6D65165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084280-3879-13AA-B7A5-0D7D06DB5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476F1-EF39-4D64-BDF2-AD0B0E303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21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277BD-1103-C0F6-13F4-B66E1AE2E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F973D8-E5D4-15ED-A577-BC646B16D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88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B29A38-977F-8DDE-95EE-AF82BE7BC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B8941A-C71F-ED5F-9584-BE036AE1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82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DAD19-9ADF-7C93-7935-8F71089C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548B77-2F06-3A2D-C4FB-8BCA76F75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7BC53B-DD11-6EFA-EC64-F7FEAAED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872"/>
            <a:ext cx="12192000" cy="58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2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BEB03-4893-3A35-B5B2-C7CADB22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F45DF0-290D-DC3B-6114-F236E126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B83399-9034-54CB-9383-BE5D6B57F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" y="0"/>
            <a:ext cx="121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7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EB78FF-5FF7-9DF5-94BF-406548FB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A1F5CE-964C-F1A0-7E02-B1039DDBF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E2AF960-023E-4141-616F-2CE7CA69E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5173"/>
            <a:ext cx="2160000" cy="39417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3B188B-DFC8-3686-3B84-0672CAF7E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2160000" cy="137836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DEDA8DB-4277-A0B1-40B6-1E2699956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697" y="365125"/>
            <a:ext cx="4701831" cy="298096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704D06F-6F44-8FE7-C836-7EAC815F67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227" y="0"/>
            <a:ext cx="8766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7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177A9-D886-395E-C18D-7EB9AEC2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BAD13-50D6-E544-B26E-1732EAC72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175DF0-83F4-CB04-7732-3E1FFEB0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2160000" cy="590623"/>
          </a:xfrm>
          <a:prstGeom prst="rect">
            <a:avLst/>
          </a:prstGeom>
        </p:spPr>
      </p:pic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6B13FAC-CC05-C94E-C29B-61E85D68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42633"/>
            <a:ext cx="2160000" cy="50343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E3DAC83-CDB9-A1A8-C677-113643628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346" y="0"/>
            <a:ext cx="9000654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DEB3B69-73F7-D17D-3413-55E20C6CAD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24"/>
          <a:stretch>
            <a:fillRect/>
          </a:stretch>
        </p:blipFill>
        <p:spPr>
          <a:xfrm>
            <a:off x="3191347" y="0"/>
            <a:ext cx="9000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3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9AD1C-E83E-88CB-55E2-676163BF6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56D52C8E-0978-31DE-D45C-38BB14ECC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DC738E7-7014-E5CD-137C-6235C47FF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2160000" cy="45070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BC3D5AB-6AAE-BF5D-696F-1279C4464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9717"/>
            <a:ext cx="2160000" cy="484724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957C83E-478B-2B70-2CAE-1A4D9F543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537" y="365125"/>
            <a:ext cx="2160000" cy="60857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75D98B6-A8C3-DCC0-2B8A-2A417883C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537" y="1329717"/>
            <a:ext cx="2160000" cy="677647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4FDD3D2-2E60-385B-F504-28F54D7C28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874" y="365125"/>
            <a:ext cx="2160000" cy="46406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891570E-FE68-3216-40E6-9F8C2AE4D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874" y="1329717"/>
            <a:ext cx="2160000" cy="694588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803ADFAE-827E-001D-E022-7EE5FC5499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4211" y="365125"/>
            <a:ext cx="2160000" cy="1063124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FD7FAFAB-4DE4-5B4B-1F72-4A74ABD1A0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4211" y="1787566"/>
            <a:ext cx="2160000" cy="138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9A3E6B89-6408-D1A5-EC0D-5141149373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4211" y="3474086"/>
            <a:ext cx="2160000" cy="26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9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10C38-3510-F1FD-A023-71E3B491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8BDA93-1D52-A0B5-0456-4D9FDDD15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227AAD-E59B-C300-27AD-E304E457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69"/>
            <a:ext cx="12192000" cy="655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96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A3C3F-3EB9-DD97-38BD-D9A44262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36453-2382-5E5D-FC78-3936C862F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99992AB-FE81-C640-C58D-DD7BFE6B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2160000" cy="1194352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38BAE8B8-CDAE-C79F-99A3-B4DA18E6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537" y="365126"/>
            <a:ext cx="2160000" cy="93913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000900F-FCA2-9187-ECC4-09BBF9F4D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2160000" cy="546857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46E34A3-FB69-A17B-A3E2-4E6428F06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537" y="1825625"/>
            <a:ext cx="2160000" cy="454945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49114F3-CAC0-770D-C930-1B5A32755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874" y="1820761"/>
            <a:ext cx="2160000" cy="281454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40624CB-B73B-3746-5932-219687837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297" y="0"/>
            <a:ext cx="6335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Sportgun Shih</dc:creator>
  <cp:lastModifiedBy>Sportgun Shih</cp:lastModifiedBy>
  <cp:revision>2</cp:revision>
  <dcterms:created xsi:type="dcterms:W3CDTF">2026-02-26T02:32:09Z</dcterms:created>
  <dcterms:modified xsi:type="dcterms:W3CDTF">2026-02-26T05:42:53Z</dcterms:modified>
</cp:coreProperties>
</file>